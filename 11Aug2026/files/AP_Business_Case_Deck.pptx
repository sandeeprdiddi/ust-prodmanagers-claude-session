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Monthly Cost Comparison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Baseline</c:v>
                  </c:pt>
                  <c:pt idx="1">
                    <c:v>Agent Operational Only</c:v>
                  </c:pt>
                  <c:pt idx="2">
                    <c:v>Total Incl. Governance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25200</c:v>
                </c:pt>
                <c:pt idx="1">
                  <c:v>5586</c:v>
                </c:pt>
                <c:pt idx="2">
                  <c:v>7986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D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D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ACCOUNTS PAYABLE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Autonomy for Invoice-to-Pay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ROI  ·  Prepared for Panel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invoices/month  ·  61.6% fully touchless  ·  2.2-month payback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Payable,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~1,800 invoices processed per month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reviewed manually, regardless of risk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per-invoice cost, whether the invoice is $200 or $200,000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capacity doesn't scale with invoice volume growth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468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$25,200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MANUAL PROCESSING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$14.00 per invoice, regardless of complexity or risk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Isn't the Only Thing at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can't scale linearly with invoice volume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35661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94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fatigue is where duplicate-payment risk actually lives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5661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94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Unmeasured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21040" y="33832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risk exposure has never been quantified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 isn't whether to automate — it's how to automate without creating the exact risk manual review exists to prevent.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Autonomy, Not All-or-Nothing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scoped to provable risk, not blanket delegation. Every tier's boundary is a hard, testable rule — not a policy statement.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 match, established vendor, ≤ $10,000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0" y="21488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3182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5661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matched within 5% variance, ≤ $50,000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92640" y="32004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16.6%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 or larger mismatch, $50k–$250k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92640" y="4251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035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00200" y="5285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6692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PO, duplicate-suspect, or &gt; $250,000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92640" y="5303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Not Asserted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NIST AI Risk Management Framework — four functions, each a concrete design decision, not a compliance gesture.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16916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hard-coded and versioned — changeable only via code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212080" cy="16916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decision records exactly which rule fired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5212080" cy="16916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distribution and dollar exposure computed on every single run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4069080"/>
            <a:ext cx="5212080" cy="16916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6634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1/2 invoice routes to a human queue, full stop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governance guarantees verified by automated test against real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Financial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$19,614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mo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$168,568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NET BENEFIT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6032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$581,704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NET BENEFIT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703320"/>
          <a:ext cx="10881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Against Real Data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processed (1 month)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touchless (Tier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1,108 (61.6%)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audit log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decisions sampled for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guarantees tested &amp;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requiring full manual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(11.9%) — by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was reproduced live from raw data, not asserted once and reused.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Move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Tier 4/3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the two lowest-risk tiers for production pilot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15000" y="192024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shadow period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alongside current process, zero live authority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18320" y="192024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4672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with monitoring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 reviewed weekly for first quarter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3A42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2.2-month payback means the pilot pays for its own build cost before the shadow period even ends.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2026-08-09T09:45:10Z</dcterms:created>
  <dcterms:modified xsi:type="dcterms:W3CDTF">2026-08-09T09:45:10Z</dcterms:modified>
</cp:coreProperties>
</file>